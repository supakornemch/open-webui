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54864" cy="164592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EnterpriseChat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05840" y="2103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9D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"Genie" — Your AI Assistant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genie.haadthip.com · Azure Sandbox POC · RG-ENTCHAT-POC-SAND-SEA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July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1B2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4864" cy="41148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2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Genie?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481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key numbers, how it works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01368"/>
            <a:ext cx="54864" cy="41148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013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2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801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0025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interface tour, basic chat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322576"/>
            <a:ext cx="54864" cy="41148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3225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2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23225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237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KBs — search corporate docs, SAP, IR, HR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843784"/>
            <a:ext cx="54864" cy="41148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8437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2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28437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Functions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044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E-Expense FAQ, web search, custom tools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364992"/>
            <a:ext cx="54864" cy="41148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3649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2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3364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 &amp; Prompts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5661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model when, custom system prompts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886200"/>
            <a:ext cx="54864" cy="41148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886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2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304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Dashboard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40873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tracking, cost, API keys, audit logs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407408"/>
            <a:ext cx="54864" cy="41148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4074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2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4407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Community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460857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tools, functions, prompts from GitHub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4928616"/>
            <a:ext cx="54864" cy="41148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9286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2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63040" y="49286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Next Steps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63040" y="51297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tools, API access, feedback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Genie?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Chat — built on Open WebUI + LiteLLM + Azure AI Foundry</a:t>
            </a:r>
            <a:endParaRPr lang="en-US" sz="1200" dirty="0"/>
          </a:p>
        </p:txBody>
      </p:sp>
      <p:pic>
        <p:nvPicPr>
          <p:cNvPr id="4" name="Image 0" descr="/Users/supakorn.emch/Workspace/Haadthip/EnterpriseChat/screenshot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4348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9D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genie.haadthip.com → Open WebUI → LiteLLM Proxy → Azure AI Foundry (GPT-5.4)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46634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 SSO (login with @haadthip.com) · 5 AI Models · 4 Knowledge Bases · Token Tracking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Getting Started</a:t>
            </a:r>
            <a:endParaRPr lang="en-US" sz="2800" dirty="0"/>
          </a:p>
        </p:txBody>
      </p:sp>
      <p:pic>
        <p:nvPicPr>
          <p:cNvPr id="3" name="Image 0" descr="/Users/supakorn.emch/Workspace/Haadthip/EnterpriseChat/screenshots/openwebu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4572000" cy="3474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12080" y="914400"/>
            <a:ext cx="3291840" cy="5669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212080" y="914400"/>
            <a:ext cx="45720" cy="56692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3"/>
          <p:cNvSpPr/>
          <p:nvPr/>
        </p:nvSpPr>
        <p:spPr>
          <a:xfrm>
            <a:off x="5349240" y="1005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0" y="987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genie.haadthip.com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0" y="12252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any browser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212080" y="1627632"/>
            <a:ext cx="3291840" cy="5669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12080" y="1627632"/>
            <a:ext cx="45720" cy="56692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8"/>
          <p:cNvSpPr/>
          <p:nvPr/>
        </p:nvSpPr>
        <p:spPr>
          <a:xfrm>
            <a:off x="5349240" y="17190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669280" y="17007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Microsoft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69280" y="19385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@haadthip.com account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12080" y="2340864"/>
            <a:ext cx="3291840" cy="5669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212080" y="2340864"/>
            <a:ext cx="45720" cy="56692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6" name="Text 13"/>
          <p:cNvSpPr/>
          <p:nvPr/>
        </p:nvSpPr>
        <p:spPr>
          <a:xfrm>
            <a:off x="5349240" y="24323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669280" y="24140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Chat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69280" y="2651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"New Chat" or just start typing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212080" y="3054096"/>
            <a:ext cx="3291840" cy="5669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212080" y="3054096"/>
            <a:ext cx="45720" cy="56692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1" name="Text 18"/>
          <p:cNvSpPr/>
          <p:nvPr/>
        </p:nvSpPr>
        <p:spPr>
          <a:xfrm>
            <a:off x="5349240" y="31455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669280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Model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669280" y="33649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 top-left — pick GPT-5.4 model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212080" y="3767328"/>
            <a:ext cx="3291840" cy="5669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212080" y="3767328"/>
            <a:ext cx="45720" cy="56692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6" name="Text 23"/>
          <p:cNvSpPr/>
          <p:nvPr/>
        </p:nvSpPr>
        <p:spPr>
          <a:xfrm>
            <a:off x="5349240" y="38587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669280" y="3840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anything!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669280" y="40782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or Thai — chat naturally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400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genie.haadthip.com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 Bases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Knowledge Bases — search company documents with AI-powered retrieval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772400" cy="777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7772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52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Knowledge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152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haadthip-ks · 23 docs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4447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· VPN · Email O365 · Meeting Room · IT Policy · DLP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9D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/ → "Haadthip Knowledge"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7772400" cy="777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011680"/>
            <a:ext cx="54864" cy="7772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0665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HIP Manuals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2066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sap-docs-ks · 32 docs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3591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Tcodes · Procedures · Branch Operations · Accounting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560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9D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/ → "SAP Knowledge"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7772400" cy="777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926080"/>
            <a:ext cx="54864" cy="77724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980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Relations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ir-docs-ks · 31 docs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2735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Report · Form 56-1 · Financial Data · MD&amp;A · AGM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4747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9D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/ → "IR Knowledge"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7772400" cy="777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840480"/>
            <a:ext cx="54864" cy="77724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895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Knowledge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0" y="3895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mihcm-hr-ks · ~20 docs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187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· Benefits · Compensation · Work Rules · Policies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43891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9D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/ → "HR Knowledge"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754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Type / in chat box → select Knowledge Base → ask your question in Thai or English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Functions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tools — model can choose which to call automatically (Agentic Mode)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65760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164592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🛫  E-Expense FAQ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FAQ documents — ask about: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Travel Plans (แผนเดินทาง)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938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Cash Advances (เบิกทดรองจ่าย)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21396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Expense Clearing (เคลียร์ค่าใช้จ่าย)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3408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Medical Claims (ค่ารักษาพยาบาล)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5420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9D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ask naturally: "ขออนุมัติเดินทางต่างประเทศ"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393192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97280"/>
            <a:ext cx="54864" cy="16459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How Tools Work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554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You ask: "MFA on Android?"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GPT decides: "Need to search KB"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Calls search tool → gets 3 docs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GPT reads docs → answers you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You see the answer + sources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971800"/>
            <a:ext cx="7772400" cy="411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971800"/>
            <a:ext cx="54864" cy="4114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017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Tools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20040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Search (4 corpuses)  ·  E-Expense FAQ  ·  Web Search  ·  Code Interpreter  ·  (more coming)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611880"/>
            <a:ext cx="7772400" cy="411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611880"/>
            <a:ext cx="54864" cy="4114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657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Tracking Filter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84048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&amp; response is logged — tracks model, user, token count, and latency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Selection &amp; Custom Prompts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Model Should I Use?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772400" cy="3383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43000"/>
            <a:ext cx="45720" cy="33832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8872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gpt-5.4-nano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Cheapest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118872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queries, KB planning, quick lookups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554480"/>
            <a:ext cx="7772400" cy="3383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554480"/>
            <a:ext cx="45720" cy="33832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6002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gpt-5.4-mini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60020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 Balanced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160020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chat, everyday use, tools/agents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7772400" cy="3383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1965960"/>
            <a:ext cx="45720" cy="33832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01168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0116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$$$ Best quality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201168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Thai, Pipe final answers, reasoning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377440"/>
            <a:ext cx="7772400" cy="3383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2377440"/>
            <a:ext cx="45720" cy="338328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242316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242316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 Legacy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242316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compatibility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System Prompts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2461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how the AI behaves — tone, expertise, language, format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520440"/>
            <a:ext cx="777240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3520440"/>
            <a:ext cx="54864" cy="137160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584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D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Set: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384048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Settings → Models → click the pencil ✏️ next to a model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406908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Scroll to "System Prompt" text box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429768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Write your custom instructions (Thai or English)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452628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Example: "คุณเป็นผู้ช่วยฝ่าย IT ของ Haadthip ตอบเป็นภาษาไทย สุภาพ กระชับ"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475488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Save → start a new chat with that model → prompt is applied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LiteLLM Dashboard</a:t>
            </a:r>
            <a:endParaRPr lang="en-US" sz="2800" dirty="0"/>
          </a:p>
        </p:txBody>
      </p:sp>
      <p:pic>
        <p:nvPicPr>
          <p:cNvPr id="3" name="Image 0" descr="/Users/supakorn.emch/Workspace/Haadthip/EnterpriseChat/screenshots/litellm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68680"/>
            <a:ext cx="5029200" cy="3383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0" y="868680"/>
            <a:ext cx="3017520" cy="420624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669280" y="868680"/>
            <a:ext cx="45720" cy="42062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3"/>
          <p:cNvSpPr/>
          <p:nvPr/>
        </p:nvSpPr>
        <p:spPr>
          <a:xfrm>
            <a:off x="5852160" y="9052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Usage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52160" y="1097280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per user, model, team — real-time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0" y="1389888"/>
            <a:ext cx="3017520" cy="420624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0" y="1389888"/>
            <a:ext cx="45720" cy="42062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4264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Monitoring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161848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limits, spend alerts, per-project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69280" y="1911096"/>
            <a:ext cx="3017520" cy="420624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0" y="1911096"/>
            <a:ext cx="45720" cy="42062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Text 11"/>
          <p:cNvSpPr/>
          <p:nvPr/>
        </p:nvSpPr>
        <p:spPr>
          <a:xfrm>
            <a:off x="5852160" y="19476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52160" y="213969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keys for dev tools &amp; CI/CD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69280" y="2432304"/>
            <a:ext cx="3017520" cy="420624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69280" y="2432304"/>
            <a:ext cx="45720" cy="42062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5"/>
          <p:cNvSpPr/>
          <p:nvPr/>
        </p:nvSpPr>
        <p:spPr>
          <a:xfrm>
            <a:off x="5852160" y="24688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852160" y="266090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logged — who, what, when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669280" y="2953512"/>
            <a:ext cx="3017520" cy="420624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69280" y="2953512"/>
            <a:ext cx="45720" cy="42062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Text 19"/>
          <p:cNvSpPr/>
          <p:nvPr/>
        </p:nvSpPr>
        <p:spPr>
          <a:xfrm>
            <a:off x="5852160" y="29900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852160" y="3182112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API abuse, set per-user limits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669280" y="3474720"/>
            <a:ext cx="3017520" cy="420624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669280" y="3474720"/>
            <a:ext cx="45720" cy="42062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6" name="Text 23"/>
          <p:cNvSpPr/>
          <p:nvPr/>
        </p:nvSpPr>
        <p:spPr>
          <a:xfrm>
            <a:off x="5852160" y="35112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Dashboard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852160" y="3703320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models: Nano, Mini, 5.4, 5.2, Embedding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0080" y="4434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Dashboard: </a:t>
            </a:r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genie.haadthip.com/litellm/ui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40080" y="4663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Login: admin / Master Key  ·  SSO with Entra ID coming soon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 — Connect from Anywhere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772400" cy="777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914400"/>
            <a:ext cx="54864" cy="7772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987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Web Browser (End Users)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2618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genie.haadthip.com → Sign in with Microsoft → Start chatting. No installation. Works on mobile.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 Entra ID SSO (OIDC) — auto signup for all @haadthip.com accounts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7772400" cy="1234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920240"/>
            <a:ext cx="54864" cy="1234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993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Developer Tools &amp; IDE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2860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Continue.dev (VS Code)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22860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provider → URL: genie.haadthip.com/litellm/v1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25054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/ Windsurf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25054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 endpoint → API key from LiteLLM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/ Gemini CLI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272491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OPENAI_BASE_URL → genie.haadthip.com/litellm/v1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9443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Script / curl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49040" y="29443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/v1/chat/completions → Bearer your-api-key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777240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383280"/>
            <a:ext cx="54864" cy="59436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456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How to Get an API Key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6850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Dashboard → Keys → Create Key → Set budget &amp; rate limit → Copy to your tool. Each key can be scoped per user/team with individual limits.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Endpoint:  genie.haadthip.com/litellm/v1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Numbers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73736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 Nano → 5.4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173736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65176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· SAP · IR · HR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73736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BC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66344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open_webui · docwise · litellm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1188720"/>
            <a:ext cx="173736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39D2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67512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Provider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 ID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 &amp; Access Points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4747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 (Chat UI)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3474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genie.haadthip.com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3749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genie.haadthip.com/litellm/v1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023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Dashboard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4023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genie.haadthip.com/litellm/ui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Resources &amp; Community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existing tools, functions, and prompts — install in 1 click or copy-paste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291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Official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Hub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openwebui.com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40080" y="190195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&amp; 1-click import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Repo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github.com/open-webui/functions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40080" y="277063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Core-team curated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Docs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docs.openwebui.com/plugin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363931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build your own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46120" y="1097280"/>
            <a:ext cx="2926080" cy="3291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097280"/>
            <a:ext cx="292608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234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 Community Tools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157276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Haervwe/tools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173736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tools, pipes, filters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29000" y="201168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Skyzi000/extensions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21762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Agent Tool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29000" y="24505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suurt8ll/functions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261518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Gemini, Venice.ai pipes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29000" y="288950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owndev/Functions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3054096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pipelines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29000" y="33284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mplogas/open-webui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29000" y="349300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reader tools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29000" y="37673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bgeneto/functions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29000" y="393192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registry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55080" y="1097280"/>
            <a:ext cx="2286000" cy="14630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1097280"/>
            <a:ext cx="228600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1234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Prompts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37960" y="15727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Library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37960" y="17556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danielrosehill/OpenWebUI-Prompt-Library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537960" y="213969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Index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37960" y="23225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danielrosehill/Open-Web-UI-Model-Index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355080" y="2788920"/>
            <a:ext cx="2286000" cy="1600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55080" y="2788920"/>
            <a:ext cx="2286000" cy="54864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2926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Install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37960" y="32461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37960" y="3401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openwebui.com → Find → Get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537960" y="36576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37960" y="3813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.py → Workspace → Paste → Save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0080" y="4572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repos: github.com search "open-webui tools" or "open-webui functions"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Frequently Asked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ข้อมูลปลอดภัยไหม?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161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Thailand (Southeast Asia), Private Endpoint, ทุกอย่างอยู่ภายใน Azure ของ Haadthip เท่านั้น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AI เอาเอกสารบริษัทไป train ต่อไหม?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 — Azure OpenAI ไม่ใช้ข้อมูลลูกค้าเทรนโมเดล (Enterprise data protection)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ใช้มือถือได้ไหม?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219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ได้ — Open WebUI responsive, เปิด browser มือถือเข้า genie.haadthip.com ได้เลย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คนนอกเข้าได้ไหม?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24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ไม่ได้ — ต้องมี @haadthip.com account ผ่าน Microsoft Entra ID SSO เท่านั้น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ถ้า AI ตอบผิด?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278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อาจ hallucinate — ตรวจสอบข้อมูลสำคัญกับต้นทางเสมอ. ทุกคำตอบระบุแหล่งที่มา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เพิ่มเอกสารใหม่ยังไง?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30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ทีม IT อัปโหลดผ่าน ingestion pipeline → index ใน AI Search → ใช้ได้ทันที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ดู token usage ได้ที่ไหน?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2336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Dashboard (genie.haadthip.com/litellm/ui) หรือ Admin Panel ใน Open WebUI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9D2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Add pilot users to Internal User group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Collect feedback: model quality, KB coverage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Setup budget limits per user/team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Integrate with Continue.dev for developers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Add more Knowledge Bases as needed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Prepare production deployment plan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1005840"/>
            <a:ext cx="54864" cy="128016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85216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9D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Feedback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7772400" cy="14630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108960"/>
            <a:ext cx="54864" cy="14630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Links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520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 Chat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3520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genie.haadthip.com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776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Dashboard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776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genie.haadthip.com/litellm/ui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40325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API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40325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genie.haadthip.com/litellm/v1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4288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42885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CONTEXT.md (internal)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EnterpriseChat POC · Haadthip PCL ·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EnterpriseChat (Genie) — User Walkthrough</dc:title>
  <dc:subject>PptxGenJS Presentation</dc:subject>
  <dc:creator>EnterpriseChat Team</dc:creator>
  <cp:lastModifiedBy>EnterpriseChat Team</cp:lastModifiedBy>
  <cp:revision>1</cp:revision>
  <dcterms:created xsi:type="dcterms:W3CDTF">2026-07-09T07:24:01Z</dcterms:created>
  <dcterms:modified xsi:type="dcterms:W3CDTF">2026-07-09T07:24:01Z</dcterms:modified>
</cp:coreProperties>
</file>